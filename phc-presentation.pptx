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Physique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 Club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Ολοκληρωμένο Σύστημα Κρατήσεων &amp; Διαχείρισης Πελατολογίου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200400" cy="36576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Κρατήσεις · Πελατολόγιο · Συνδρομές · Analytics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132320" y="36576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Το Πρόβλημα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280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Χαμένες κρατήσεις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σύστημα, τα τηλεφωνήματα και τα μηνύματα χάνονται και δημιουργείται σύγχυση.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27832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105156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280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Κανένα ιστορικό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92424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Δεν ξέρετε ποιος ήρθε, ποιος δεν εμφανίστηκε και ποιος πλήρωσε.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08192" y="105156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08192" y="105156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72784" y="1280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Χειροκίνητη διαχείριση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72784" y="187452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Ώρες χαμένες σε excel, σημειωματάρια και αναζήτηση πελατών.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Χρειάζεστε ένα σύγχρονο, ψηφιακό εργαλείο — ειδικά σχεδιασμένο για γυμναστήρια.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Η Λύση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Ένα ολοκληρωμένο web app, φτιαγμένο αποκλειστικά για το γυμναστήριό σας.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1872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Δημόσια Σελίδα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61872" y="2148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πελάτες κλείνουν θέση μόνοι τους, 24/7 από το κινητό τους.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00600" y="1600200"/>
            <a:ext cx="393192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8745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05272" y="17373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Ημερολόγιο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605272" y="21488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Ημερήσια &amp; εβδομαδιαία προβολή όλων των κρατήσεων.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3246120"/>
            <a:ext cx="393192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204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3383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Πελατολόγιο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261872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Συνδρομές, πληρωμές και ιστορικό για κάθε πελάτη.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00600" y="3246120"/>
            <a:ext cx="3931920" cy="14173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52044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05272" y="3383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Κλεισμένες Ώρες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605272" y="3794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Ορίστε αργίες, διακοπές ή ώρες που το γυμναστήριο είναι κλειστό.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Δημόσια Σελίδα Κρατήσεων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Οι πελάτες σας κλείνουν θέση μόνοι τους — χωρίς τηλεφώνημα, χωρίς μήνυμα.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739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755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ωράρια ημερησίως (09:00–21:00)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6856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258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Βελτιστοποιημένο για κινητό (iOS &amp; Android)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79776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7614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Μέχρι 7 άτομα ανά χρονοθυρίδα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82696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2644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Ακύρωση κράτησης έως 2 ώρες πριν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85616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68680" y="3767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Αυτόματο κλείσιμο Κυριακών</a:t>
            </a:r>
            <a:endParaRPr lang="en-US" sz="13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288536"/>
            <a:ext cx="274320" cy="2743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68680" y="42702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Πραγματικός χρόνος — πάντα ενημερωμένο</a:t>
            </a:r>
            <a:endParaRPr lang="en-US" sz="1300" dirty="0"/>
          </a:p>
        </p:txBody>
      </p:sp>
      <p:sp>
        <p:nvSpPr>
          <p:cNvPr id="17" name="Shape 9"/>
          <p:cNvSpPr/>
          <p:nvPr/>
        </p:nvSpPr>
        <p:spPr>
          <a:xfrm>
            <a:off x="5760720" y="868680"/>
            <a:ext cx="2926080" cy="402336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5760720" y="868680"/>
            <a:ext cx="2926080" cy="6400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585216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Health Club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58521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Επέλεξε Ημέρα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5806440" y="1965960"/>
            <a:ext cx="384048" cy="3200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5806440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</a:t>
            </a:r>
            <a:endParaRPr lang="en-US" sz="800" dirty="0"/>
          </a:p>
        </p:txBody>
      </p:sp>
      <p:sp>
        <p:nvSpPr>
          <p:cNvPr id="23" name="Shape 15"/>
          <p:cNvSpPr/>
          <p:nvPr/>
        </p:nvSpPr>
        <p:spPr>
          <a:xfrm>
            <a:off x="6254496" y="1965960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254496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Τρ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6702552" y="1965960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6702552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Τε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7150608" y="1965960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150608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</a:t>
            </a:r>
            <a:endParaRPr lang="en-US" sz="800" dirty="0"/>
          </a:p>
        </p:txBody>
      </p:sp>
      <p:sp>
        <p:nvSpPr>
          <p:cNvPr id="29" name="Shape 21"/>
          <p:cNvSpPr/>
          <p:nvPr/>
        </p:nvSpPr>
        <p:spPr>
          <a:xfrm>
            <a:off x="7598664" y="1965960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7598664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8046720" y="1965960"/>
            <a:ext cx="384048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046720" y="19659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Σα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5852160" y="24048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Διαθέσιμες Ώρες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806440" y="2724912"/>
            <a:ext cx="2816352" cy="33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897880" y="27432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6858000" y="27432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5806440" y="3127248"/>
            <a:ext cx="2816352" cy="338328"/>
          </a:xfrm>
          <a:prstGeom prst="rect">
            <a:avLst/>
          </a:prstGeom>
          <a:solidFill>
            <a:srgbClr val="D1D5D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897880" y="314553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6858000" y="3145536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Γεμάτο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5806440" y="3529584"/>
            <a:ext cx="2816352" cy="33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897880" y="354787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858000" y="3547872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5806440" y="3931920"/>
            <a:ext cx="2816352" cy="33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897880" y="395020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858000" y="3950208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Panel — Ημερολόγιο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Πλήρης εποπτεία όλων των κρατήσεων — ημερήσια ή εβδομαδιαία προβολή.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2336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53619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Ημέρα  |  Εβδομάδα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536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Σήμερα →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Πέμπτη, 16 Απριλίου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43000" y="2423160"/>
            <a:ext cx="3200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423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Νίκος Π.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43000" y="2679192"/>
            <a:ext cx="3200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67919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Μαρία Κ.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143000" y="2935224"/>
            <a:ext cx="3200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293522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Γιώργος Α.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990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143000" y="2990088"/>
            <a:ext cx="3200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61872" y="2990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Αναστασία Δ.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43000" y="3246120"/>
            <a:ext cx="3200400" cy="219456"/>
          </a:xfrm>
          <a:prstGeom prst="rect">
            <a:avLst/>
          </a:prstGeom>
          <a:solidFill>
            <a:srgbClr val="92400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2461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Λευτέρης Τ.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66928" y="35570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43000" y="3557016"/>
            <a:ext cx="3200400" cy="219456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61872" y="35570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Παναγιώτης Σ.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6928" y="41239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143000" y="4123944"/>
            <a:ext cx="3200400" cy="274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170432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Προσθήκη κράτησης</a:t>
            </a:r>
            <a:endParaRPr lang="en-US" sz="8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490472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16636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Ημερήσια προβολή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166360" y="17099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Όλα τα ωράρια της ημέρας, με πληρότητα ανά θέση.</a:t>
            </a:r>
            <a:endParaRPr lang="en-US" sz="11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57984"/>
            <a:ext cx="320040" cy="32004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66360" y="2084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Εβδομαδιαία προβολή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516636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Δείτε ολόκληρη την εβδομάδα σε ένα grid.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25496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166360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Επεξεργασία &amp; Διαγραφή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5166360" y="30449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Αλλαγή ονόματος, τηλεφώνου, ώρας ή ημέρας.</a:t>
            </a:r>
            <a:endParaRPr lang="en-US" sz="1100" dirty="0"/>
          </a:p>
        </p:txBody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493008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66360" y="341985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No-show καταγραφή</a:t>
            </a:r>
            <a:endParaRPr lang="en-US" sz="1300" dirty="0"/>
          </a:p>
        </p:txBody>
      </p:sp>
      <p:sp>
        <p:nvSpPr>
          <p:cNvPr id="39" name="Text 33"/>
          <p:cNvSpPr/>
          <p:nvPr/>
        </p:nvSpPr>
        <p:spPr>
          <a:xfrm>
            <a:off x="5166360" y="371246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Επισημάνετε αν κάποιος δεν εμφανίστηκε.</a:t>
            </a:r>
            <a:endParaRPr lang="en-US" sz="1100" dirty="0"/>
          </a:p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60520"/>
            <a:ext cx="320040" cy="32004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166360" y="40873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Κωδικός πρόσβασης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5166360" y="43799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Ασφαλής πρόσβαση — μόνο με τον κωδικό σας.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Πελατολόγιο &amp; Συνδρομές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Κρατήστε πλήρες αρχείο για κάθε πελάτη — από τις κρατήσεις ως τις πληρωμές.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630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459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Βάση Πελατών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0352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Αυτόματη δημιουργία &amp; σύνδεση πελάτη με κάθε κράτηση μέσω τηλεφώνου.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46304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4630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459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Συνδρομές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83280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Μηνιαία, τριμηνιαία, ετήσια ή ανά session — παρακολούθηση ανά πελάτη.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53328" y="146304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53328" y="146304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6459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93408" y="16276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Κατάσταση Πληρωμής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36208" y="21214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Πληρωμένο / Απλήρωτο / Ληξιπρόθεσμο — αυτόματος έλεγχος ημερομηνίας.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47472" y="324612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47472" y="32461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2900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34107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Ιστορικό Κρατήσεων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30352" y="39044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Όλες οι προηγούμενες &amp; μελλοντικές κρατήσεις κάθε πελάτη.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00400" y="324612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32461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42900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4107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Στόχοι Πελάτη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83280" y="39044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Καταγραφή fitness στόχων και ατομικών σημειώσεων.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053328" y="3246120"/>
            <a:ext cx="2633472" cy="1600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053328" y="3246120"/>
            <a:ext cx="73152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429000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93408" y="34107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No-show Ιστορικό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36208" y="390448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Δείτε πόσες φορές ένας πελάτης δεν εμφανίστηκε.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Κλεισμένες Περίοδοι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Ορίστε πότε το γυμναστήριο είναι κλειστό — ολόκληρη ημέρα ή συγκεκριμένη ώρα.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32461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Ημέρα Κλεισίματος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Αργίες, διακοπές, ειδικές ημέρες. Οι πελάτες δεν βλέπουν διαθέσιμες ώρες.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16352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8163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Καθαρά Δευτέρα — 3/3/2025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46704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Πρωτοχρονιά — 1/1/2025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8770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Καλοκαιρινές Διακοπές — 10-20/8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508760"/>
            <a:ext cx="3931920" cy="3246120"/>
          </a:xfrm>
          <a:prstGeom prst="rect">
            <a:avLst/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50876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Κλείσιμο Συγκεκριμένης Ώρας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0848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Απενεργοποιήστε μία χρονοθυρίδα για συντήρηση, εκπαίδευση ή άλλο λόγο.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2816352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81635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Συντήρηση εξοπλισμού — 15:00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3346704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34670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 training — 18:00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877056"/>
            <a:ext cx="356616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87705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Καθαρισμός — 20:00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Τεχνολογία &amp; Φιλοξενία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Χτισμένο με σύγχρονες τεχνολογίες — γρήγορο, αξιόπιστο και πάντα online.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46304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63040"/>
            <a:ext cx="193852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Backend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04288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πιο σύγχρονο React framework — γρήγορο loading, SEO-friendly.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46304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1463040"/>
            <a:ext cx="193852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Βάση Δεδομένων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304288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cloud database με real-time ενημερώσεις και ασφαλή πρόσβαση.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53712" y="146304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1463040"/>
            <a:ext cx="193852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Vercel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304288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— το app φορτώνει γρήγορα από παντού. 99.9% uptime.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56832" y="1463040"/>
            <a:ext cx="193852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56832" y="1463040"/>
            <a:ext cx="193852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508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Tailwind CSS v4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920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Design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2304288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Σύγχρονο, καθαρό design — βελτιστοποιημένο για desktop &amp; mobile.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4709160"/>
            <a:ext cx="8449056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Δεν χρειάζεται εγκατάσταση  ·  ✓  Λειτουργεί από οποιοδήποτε browser  ·  ✓  Αυτόματες ενημερώσεις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Τι κερδίζετε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060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κρατήσεις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χωρίς τηλεφώνημα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6060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05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7×13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9184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Θέσεις × ωράρια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καθημερινά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606040" cy="1508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0584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καμία εγκατάσταση</a:t>
            </a:r>
            <a:endParaRPr lang="en-US" sz="11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06624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2651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Πελάτες κλείνουν θέση μόνοι τους — λιγότερες κλήσεις για εσάς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82112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312724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Πλήρες αρχείο: κάθε κράτηση, no-show, πληρωμή, συνδρομή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360273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Αποφυγή διπλοκρατήσεων με αυτόματο έλεγχο χωρητικότητας</a:t>
            </a:r>
            <a:endParaRPr lang="en-US" sz="13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13308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0782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Εύκολη διαχείριση αργιών και κλεισίματος ωραρίων</a:t>
            </a:r>
            <a:endParaRPr lang="en-US" sz="13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0857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45537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Εργαλείο φτιαγμένο αποκλειστικά για γυμναστήρια — όχι generic λύση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7432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6858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Έτοιμοι να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απογειώσετε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το γυμναστήριό σας;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Ας μιλήσουμε.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Το σύστημα είναι έτοιμο. Χρειάζεται μόνο το domain και τα στοιχεία σας.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Physique Health Club Booking System  ·  2026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6766560" y="10972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Σύστημα Κρατήσεων — Παρουσίαση</dc:title>
  <dc:subject>PptxGenJS Presentation</dc:subject>
  <dc:creator>Physique Health Club</dc:creator>
  <cp:lastModifiedBy>Physique Health Club</cp:lastModifiedBy>
  <cp:revision>1</cp:revision>
  <dcterms:created xsi:type="dcterms:W3CDTF">2026-04-16T09:21:49Z</dcterms:created>
  <dcterms:modified xsi:type="dcterms:W3CDTF">2026-04-16T09:21:49Z</dcterms:modified>
</cp:coreProperties>
</file>